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1" r:id="rId3"/>
    <p:sldId id="257" r:id="rId4"/>
    <p:sldId id="262" r:id="rId5"/>
    <p:sldId id="263" r:id="rId6"/>
    <p:sldId id="264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3" d="100"/>
          <a:sy n="53" d="100"/>
        </p:scale>
        <p:origin x="68" y="1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2F147-2DDE-4C16-94A4-82240FE9DCBD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F4DCE1-23AA-4902-A6D5-376F85227F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3470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2F147-2DDE-4C16-94A4-82240FE9DCBD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F4DCE1-23AA-4902-A6D5-376F85227F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7004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2F147-2DDE-4C16-94A4-82240FE9DCBD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F4DCE1-23AA-4902-A6D5-376F85227F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9027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2F147-2DDE-4C16-94A4-82240FE9DCBD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F4DCE1-23AA-4902-A6D5-376F85227F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4072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2F147-2DDE-4C16-94A4-82240FE9DCBD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F4DCE1-23AA-4902-A6D5-376F85227F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7951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2F147-2DDE-4C16-94A4-82240FE9DCBD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F4DCE1-23AA-4902-A6D5-376F85227F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23582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2F147-2DDE-4C16-94A4-82240FE9DCBD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F4DCE1-23AA-4902-A6D5-376F85227F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3935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2F147-2DDE-4C16-94A4-82240FE9DCBD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F4DCE1-23AA-4902-A6D5-376F85227F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0122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2F147-2DDE-4C16-94A4-82240FE9DCBD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F4DCE1-23AA-4902-A6D5-376F85227F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843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2F147-2DDE-4C16-94A4-82240FE9DCBD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F4DCE1-23AA-4902-A6D5-376F85227F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4657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2F147-2DDE-4C16-94A4-82240FE9DCBD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F4DCE1-23AA-4902-A6D5-376F85227F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37183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2F147-2DDE-4C16-94A4-82240FE9DCBD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F4DCE1-23AA-4902-A6D5-376F85227F55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36686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2F147-2DDE-4C16-94A4-82240FE9DCBD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F4DCE1-23AA-4902-A6D5-376F85227F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8524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2F147-2DDE-4C16-94A4-82240FE9DCBD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F4DCE1-23AA-4902-A6D5-376F85227F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4813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2F147-2DDE-4C16-94A4-82240FE9DCBD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F4DCE1-23AA-4902-A6D5-376F85227F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8456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2F147-2DDE-4C16-94A4-82240FE9DCBD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F4DCE1-23AA-4902-A6D5-376F85227F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8868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2F147-2DDE-4C16-94A4-82240FE9DCBD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F4DCE1-23AA-4902-A6D5-376F85227F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3871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7FD2F147-2DDE-4C16-94A4-82240FE9DCBD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F4DCE1-23AA-4902-A6D5-376F85227F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86574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10.png"/><Relationship Id="rId4" Type="http://schemas.openxmlformats.org/officeDocument/2006/relationships/image" Target="../media/image3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37D8F-659D-FA15-2DC4-164686AC8EC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Cessna 206 Assembly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0043D2-C463-7874-CFDE-6FD35B8391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913" y="2548307"/>
            <a:ext cx="4190798" cy="2659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41287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9ECDD5C-152A-4CC7-8333-0F367B3A62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F5C92A3-369B-43F3-BDCE-E560B1B0EC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AEBE9F1A-B38D-446E-83AE-14B17CE77F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15B5014-A7EC-4BA6-9C83-8840CF81DB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22C43AB-86D7-420D-8AD7-DC0A15FDD0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5E3EB826-A471-488F-9E8A-D65528A3C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85D5AA8-773B-469A-8802-9645A4DC9B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54C15E-984A-9EA7-7C16-F6F08FF0B257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671" r="84" b="-1"/>
          <a:stretch>
            <a:fillRect/>
          </a:stretch>
        </p:blipFill>
        <p:spPr>
          <a:xfrm>
            <a:off x="439492" y="293885"/>
            <a:ext cx="5174326" cy="2726996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C75AF42C-C556-454E-B2D3-2C917CB812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A6DEFD3-7525-26C2-F9D7-66AF96AC7B3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64150" y="293886"/>
            <a:ext cx="5673909" cy="2726995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045E4A3-0415-F61D-A875-71A64723C83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3588" y="3178730"/>
            <a:ext cx="4490953" cy="3505934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786A9A00-4368-21E2-EEFD-BBA6A40FACA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29111" y="3073741"/>
            <a:ext cx="3343985" cy="3731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2556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26141D5-5F4D-B38E-3183-C24B541023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606" y="917316"/>
            <a:ext cx="4985197" cy="270143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7A4A0191-76D9-1BD2-E984-BF9D3D14F4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7911" y="299514"/>
            <a:ext cx="4919938" cy="270143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F553418-F672-E336-3D7D-10C4CC3A88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4642" y="3692887"/>
            <a:ext cx="2722162" cy="304173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D34A076-5F69-8CAB-9752-52EB9D936D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7057" y="3350415"/>
            <a:ext cx="3349651" cy="3429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FB9CA22-D045-B9BC-1698-71097757D900}"/>
              </a:ext>
            </a:extLst>
          </p:cNvPr>
          <p:cNvSpPr txBox="1"/>
          <p:nvPr/>
        </p:nvSpPr>
        <p:spPr>
          <a:xfrm>
            <a:off x="219606" y="299514"/>
            <a:ext cx="25665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Main Fuselage</a:t>
            </a:r>
          </a:p>
        </p:txBody>
      </p:sp>
    </p:spTree>
    <p:extLst>
      <p:ext uri="{BB962C8B-B14F-4D97-AF65-F5344CB8AC3E}">
        <p14:creationId xmlns:p14="http://schemas.microsoft.com/office/powerpoint/2010/main" val="11886047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EEE86E-32FC-6D6B-271E-A4C3D74DE4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DD47756-1EA8-8008-3968-E49A60C647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369" y="1247117"/>
            <a:ext cx="3400951" cy="271323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9114727-F53E-2433-EDFB-3247CEBCE27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6646"/>
          <a:stretch>
            <a:fillRect/>
          </a:stretch>
        </p:blipFill>
        <p:spPr>
          <a:xfrm>
            <a:off x="4843851" y="1247117"/>
            <a:ext cx="3135512" cy="271323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B4FC91D-63E6-BCF0-430D-668247A558F8}"/>
              </a:ext>
            </a:extLst>
          </p:cNvPr>
          <p:cNvSpPr txBox="1"/>
          <p:nvPr/>
        </p:nvSpPr>
        <p:spPr>
          <a:xfrm>
            <a:off x="398900" y="349803"/>
            <a:ext cx="218040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Engine Cover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32DF44-08D8-9453-F67F-992FDB44A65C}"/>
              </a:ext>
            </a:extLst>
          </p:cNvPr>
          <p:cNvSpPr txBox="1"/>
          <p:nvPr/>
        </p:nvSpPr>
        <p:spPr>
          <a:xfrm>
            <a:off x="8493025" y="1565291"/>
            <a:ext cx="29996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Gaps on the ends prevent solid geometry</a:t>
            </a:r>
          </a:p>
        </p:txBody>
      </p:sp>
    </p:spTree>
    <p:extLst>
      <p:ext uri="{BB962C8B-B14F-4D97-AF65-F5344CB8AC3E}">
        <p14:creationId xmlns:p14="http://schemas.microsoft.com/office/powerpoint/2010/main" val="13559629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B4B043-7552-5B7F-34AA-FFDB4C43A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20250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1ACCE5-F2E3-6C41-15B6-009198ADBD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4315035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704</TotalTime>
  <Words>14</Words>
  <Application>Microsoft Office PowerPoint</Application>
  <PresentationFormat>Widescreen</PresentationFormat>
  <Paragraphs>4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Century Gothic</vt:lpstr>
      <vt:lpstr>Wingdings 3</vt:lpstr>
      <vt:lpstr>Ion</vt:lpstr>
      <vt:lpstr>Cessna 206 Assembly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Aiden Budde</dc:creator>
  <cp:lastModifiedBy>Aiden Budde</cp:lastModifiedBy>
  <cp:revision>2</cp:revision>
  <dcterms:created xsi:type="dcterms:W3CDTF">2026-09-11T16:11:31Z</dcterms:created>
  <dcterms:modified xsi:type="dcterms:W3CDTF">2026-09-18T17:48:45Z</dcterms:modified>
</cp:coreProperties>
</file>